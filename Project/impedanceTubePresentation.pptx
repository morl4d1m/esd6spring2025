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</p:sldMasterIdLst>
  <p:sldIdLst>
    <p:sldId id="256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1343033"/>
            <a:ext cx="8014800" cy="26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0967" y="4296033"/>
            <a:ext cx="3506800" cy="10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5203766" y="4848598"/>
            <a:ext cx="22319033" cy="2251471"/>
            <a:chOff x="-3902825" y="3636448"/>
            <a:chExt cx="16739275" cy="1688603"/>
          </a:xfrm>
        </p:grpSpPr>
        <p:pic>
          <p:nvPicPr>
            <p:cNvPr id="12" name="Google Shape;12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057400" y="3636448"/>
              <a:ext cx="5242025" cy="1688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594425" y="3636448"/>
              <a:ext cx="5242025" cy="1688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3902825" y="3636448"/>
              <a:ext cx="5242025" cy="16886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 l="119" r="129"/>
          <a:stretch/>
        </p:blipFill>
        <p:spPr>
          <a:xfrm rot="600026">
            <a:off x="3740734" y="-1262627"/>
            <a:ext cx="11785593" cy="294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8908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960000" y="4075825"/>
            <a:ext cx="66372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960001" y="2222392"/>
            <a:ext cx="1642000" cy="1534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960000" y="5198240"/>
            <a:ext cx="6637200" cy="9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-4315666" y="-524469"/>
            <a:ext cx="21107100" cy="2251471"/>
            <a:chOff x="-3236750" y="-393352"/>
            <a:chExt cx="15830325" cy="1688603"/>
          </a:xfrm>
        </p:grpSpPr>
        <p:pic>
          <p:nvPicPr>
            <p:cNvPr id="21" name="Google Shape;21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2057400" y="-393352"/>
              <a:ext cx="5242025" cy="1688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7351550" y="-393352"/>
              <a:ext cx="5242025" cy="1688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-3236750" y="-393352"/>
              <a:ext cx="5242025" cy="16886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l="119" r="129"/>
          <a:stretch/>
        </p:blipFill>
        <p:spPr>
          <a:xfrm rot="-613956">
            <a:off x="4654467" y="5220627"/>
            <a:ext cx="11785599" cy="294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0187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524001"/>
            <a:ext cx="10272000" cy="22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●"/>
              <a:defRPr>
                <a:solidFill>
                  <a:srgbClr val="434343"/>
                </a:solidFill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○"/>
              <a:defRPr>
                <a:solidFill>
                  <a:srgbClr val="434343"/>
                </a:solidFill>
              </a:defRPr>
            </a:lvl2pPr>
            <a:lvl3pPr marL="1828754" lvl="2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■"/>
              <a:defRPr>
                <a:solidFill>
                  <a:srgbClr val="434343"/>
                </a:solidFill>
              </a:defRPr>
            </a:lvl3pPr>
            <a:lvl4pPr marL="2438339" lvl="3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●"/>
              <a:defRPr>
                <a:solidFill>
                  <a:srgbClr val="434343"/>
                </a:solidFill>
              </a:defRPr>
            </a:lvl4pPr>
            <a:lvl5pPr marL="3047924" lvl="4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○"/>
              <a:defRPr>
                <a:solidFill>
                  <a:srgbClr val="434343"/>
                </a:solidFill>
              </a:defRPr>
            </a:lvl5pPr>
            <a:lvl6pPr marL="3657509" lvl="5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■"/>
              <a:defRPr>
                <a:solidFill>
                  <a:srgbClr val="434343"/>
                </a:solidFill>
              </a:defRPr>
            </a:lvl6pPr>
            <a:lvl7pPr marL="4267093" lvl="6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●"/>
              <a:defRPr>
                <a:solidFill>
                  <a:srgbClr val="434343"/>
                </a:solidFill>
              </a:defRPr>
            </a:lvl7pPr>
            <a:lvl8pPr marL="4876678" lvl="7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○"/>
              <a:defRPr>
                <a:solidFill>
                  <a:srgbClr val="434343"/>
                </a:solidFill>
              </a:defRPr>
            </a:lvl8pPr>
            <a:lvl9pPr marL="5486263" lvl="8" indent="-423323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accent3"/>
              </a:buClr>
              <a:buSzPts val="1400"/>
              <a:buFont typeface="Nunito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-5760755" y="2146300"/>
            <a:ext cx="12057265" cy="535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67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6130763" y="3666301"/>
            <a:ext cx="3930800" cy="1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960000" y="3666301"/>
            <a:ext cx="3930800" cy="1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6130760" y="3056700"/>
            <a:ext cx="3930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960000" y="3056700"/>
            <a:ext cx="39308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4900" y="5281900"/>
            <a:ext cx="12701799" cy="180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7722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pic>
        <p:nvPicPr>
          <p:cNvPr id="38" name="Google Shape;3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72100" y="-181329"/>
            <a:ext cx="2939133" cy="7112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4267" y="-129484"/>
            <a:ext cx="2194800" cy="71169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6302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345600" y="1034184"/>
            <a:ext cx="4750400" cy="16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1345600" y="2698600"/>
            <a:ext cx="4750400" cy="3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pic>
        <p:nvPicPr>
          <p:cNvPr id="43" name="Google Shape;4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3630233" y="3114850"/>
            <a:ext cx="7888733" cy="628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1318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3090600" y="1742800"/>
            <a:ext cx="60108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pic>
        <p:nvPicPr>
          <p:cNvPr id="46" name="Google Shape;46;p8"/>
          <p:cNvPicPr preferRelativeResize="0"/>
          <p:nvPr/>
        </p:nvPicPr>
        <p:blipFill rotWithShape="1">
          <a:blip r:embed="rId2">
            <a:alphaModFix/>
          </a:blip>
          <a:srcRect l="119" r="129"/>
          <a:stretch/>
        </p:blipFill>
        <p:spPr>
          <a:xfrm rot="2">
            <a:off x="842267" y="5587194"/>
            <a:ext cx="11785599" cy="29478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5558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847400" y="1585467"/>
            <a:ext cx="6497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847400" y="4204667"/>
            <a:ext cx="6497200" cy="10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pic>
        <p:nvPicPr>
          <p:cNvPr id="50" name="Google Shape;50;p9"/>
          <p:cNvPicPr preferRelativeResize="0"/>
          <p:nvPr/>
        </p:nvPicPr>
        <p:blipFill rotWithShape="1">
          <a:blip r:embed="rId2">
            <a:alphaModFix/>
          </a:blip>
          <a:srcRect l="119" r="129"/>
          <a:stretch/>
        </p:blipFill>
        <p:spPr>
          <a:xfrm rot="5400002">
            <a:off x="-6169033" y="2048227"/>
            <a:ext cx="11785599" cy="29478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984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>
            <a:spLocks noGrp="1"/>
          </p:cNvSpPr>
          <p:nvPr>
            <p:ph type="pic" idx="2"/>
          </p:nvPr>
        </p:nvSpPr>
        <p:spPr>
          <a:xfrm>
            <a:off x="-100" y="-67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6096000" y="4781700"/>
            <a:ext cx="4792400" cy="99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693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1717667"/>
            <a:ext cx="8768000" cy="26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subTitle" idx="1"/>
          </p:nvPr>
        </p:nvSpPr>
        <p:spPr>
          <a:xfrm>
            <a:off x="1712000" y="4345433"/>
            <a:ext cx="87680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grpSp>
        <p:nvGrpSpPr>
          <p:cNvPr id="57" name="Google Shape;57;p11"/>
          <p:cNvGrpSpPr/>
          <p:nvPr/>
        </p:nvGrpSpPr>
        <p:grpSpPr>
          <a:xfrm flipH="1">
            <a:off x="-4315666" y="-524469"/>
            <a:ext cx="21107100" cy="2251471"/>
            <a:chOff x="-3236750" y="-393352"/>
            <a:chExt cx="15830325" cy="1688603"/>
          </a:xfrm>
        </p:grpSpPr>
        <p:pic>
          <p:nvPicPr>
            <p:cNvPr id="58" name="Google Shape;58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2057400" y="-393352"/>
              <a:ext cx="5242025" cy="1688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7351550" y="-393352"/>
              <a:ext cx="5242025" cy="1688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-3236750" y="-393352"/>
              <a:ext cx="5242025" cy="168860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911060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082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2"/>
          </p:nvPr>
        </p:nvSpPr>
        <p:spPr>
          <a:xfrm>
            <a:off x="959967" y="3266600"/>
            <a:ext cx="33592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959967" y="3970192"/>
            <a:ext cx="3359200" cy="19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3"/>
          </p:nvPr>
        </p:nvSpPr>
        <p:spPr>
          <a:xfrm>
            <a:off x="4420896" y="3266600"/>
            <a:ext cx="33592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4"/>
          </p:nvPr>
        </p:nvSpPr>
        <p:spPr>
          <a:xfrm>
            <a:off x="4420896" y="3970192"/>
            <a:ext cx="3359200" cy="19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5"/>
          </p:nvPr>
        </p:nvSpPr>
        <p:spPr>
          <a:xfrm>
            <a:off x="7881833" y="3266600"/>
            <a:ext cx="33592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6"/>
          </p:nvPr>
        </p:nvSpPr>
        <p:spPr>
          <a:xfrm>
            <a:off x="7881833" y="3970192"/>
            <a:ext cx="3359200" cy="19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7" hasCustomPrompt="1"/>
          </p:nvPr>
        </p:nvSpPr>
        <p:spPr>
          <a:xfrm>
            <a:off x="2149767" y="2218496"/>
            <a:ext cx="979600" cy="731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8" hasCustomPrompt="1"/>
          </p:nvPr>
        </p:nvSpPr>
        <p:spPr>
          <a:xfrm>
            <a:off x="5610696" y="2218496"/>
            <a:ext cx="979600" cy="731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9" hasCustomPrompt="1"/>
          </p:nvPr>
        </p:nvSpPr>
        <p:spPr>
          <a:xfrm>
            <a:off x="9071633" y="2218496"/>
            <a:ext cx="979600" cy="731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73" name="Google Shape;73;p13"/>
          <p:cNvGrpSpPr/>
          <p:nvPr/>
        </p:nvGrpSpPr>
        <p:grpSpPr>
          <a:xfrm>
            <a:off x="-7377452" y="-3015026"/>
            <a:ext cx="22808416" cy="11859863"/>
            <a:chOff x="-5533089" y="-2261270"/>
            <a:chExt cx="17106312" cy="8894897"/>
          </a:xfrm>
        </p:grpSpPr>
        <p:pic>
          <p:nvPicPr>
            <p:cNvPr id="74" name="Google Shape;74;p13"/>
            <p:cNvPicPr preferRelativeResize="0"/>
            <p:nvPr/>
          </p:nvPicPr>
          <p:blipFill rotWithShape="1">
            <a:blip r:embed="rId2">
              <a:alphaModFix/>
            </a:blip>
            <a:srcRect l="119" r="129"/>
            <a:stretch/>
          </p:blipFill>
          <p:spPr>
            <a:xfrm rot="813286">
              <a:off x="2598037" y="-1256218"/>
              <a:ext cx="8839198" cy="2210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3"/>
            <p:cNvPicPr preferRelativeResize="0"/>
            <p:nvPr/>
          </p:nvPicPr>
          <p:blipFill rotWithShape="1">
            <a:blip r:embed="rId2">
              <a:alphaModFix/>
            </a:blip>
            <a:srcRect l="119" r="129"/>
            <a:stretch/>
          </p:blipFill>
          <p:spPr>
            <a:xfrm rot="813286">
              <a:off x="-5397101" y="3417670"/>
              <a:ext cx="8839198" cy="221090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64385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5023444" y="593367"/>
            <a:ext cx="621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ubTitle" idx="1"/>
          </p:nvPr>
        </p:nvSpPr>
        <p:spPr>
          <a:xfrm>
            <a:off x="5023200" y="1397067"/>
            <a:ext cx="6217600" cy="4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7854767" y="3114857"/>
            <a:ext cx="8046211" cy="6282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8422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960000" y="1524000"/>
            <a:ext cx="5757200" cy="46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 Light"/>
              <a:buChar char="●"/>
              <a:defRPr>
                <a:solidFill>
                  <a:srgbClr val="434343"/>
                </a:solidFill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○"/>
              <a:defRPr>
                <a:solidFill>
                  <a:srgbClr val="434343"/>
                </a:solidFill>
              </a:defRPr>
            </a:lvl2pPr>
            <a:lvl3pPr marL="1828754" lvl="2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■"/>
              <a:defRPr>
                <a:solidFill>
                  <a:srgbClr val="434343"/>
                </a:solidFill>
              </a:defRPr>
            </a:lvl3pPr>
            <a:lvl4pPr marL="2438339" lvl="3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●"/>
              <a:defRPr>
                <a:solidFill>
                  <a:srgbClr val="434343"/>
                </a:solidFill>
              </a:defRPr>
            </a:lvl4pPr>
            <a:lvl5pPr marL="3047924" lvl="4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○"/>
              <a:defRPr>
                <a:solidFill>
                  <a:srgbClr val="434343"/>
                </a:solidFill>
              </a:defRPr>
            </a:lvl5pPr>
            <a:lvl6pPr marL="3657509" lvl="5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■"/>
              <a:defRPr>
                <a:solidFill>
                  <a:srgbClr val="434343"/>
                </a:solidFill>
              </a:defRPr>
            </a:lvl6pPr>
            <a:lvl7pPr marL="4267093" lvl="6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●"/>
              <a:defRPr>
                <a:solidFill>
                  <a:srgbClr val="434343"/>
                </a:solidFill>
              </a:defRPr>
            </a:lvl7pPr>
            <a:lvl8pPr marL="4876678" lvl="7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 Light"/>
              <a:buChar char="○"/>
              <a:defRPr>
                <a:solidFill>
                  <a:srgbClr val="434343"/>
                </a:solidFill>
              </a:defRPr>
            </a:lvl8pPr>
            <a:lvl9pPr marL="5486263" lvl="8" indent="-423323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accent3"/>
              </a:buClr>
              <a:buSzPts val="1400"/>
              <a:buFont typeface="Nunito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6064200" y="2903201"/>
            <a:ext cx="10353637" cy="15672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9910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1194351" y="5247667"/>
            <a:ext cx="98032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ubTitle" idx="1"/>
          </p:nvPr>
        </p:nvSpPr>
        <p:spPr>
          <a:xfrm>
            <a:off x="1194451" y="3129033"/>
            <a:ext cx="9803200" cy="19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grpSp>
        <p:nvGrpSpPr>
          <p:cNvPr id="87" name="Google Shape;87;p16"/>
          <p:cNvGrpSpPr/>
          <p:nvPr/>
        </p:nvGrpSpPr>
        <p:grpSpPr>
          <a:xfrm>
            <a:off x="-1488000" y="-1823183"/>
            <a:ext cx="15063135" cy="5085052"/>
            <a:chOff x="-1497000" y="-1367388"/>
            <a:chExt cx="11297351" cy="3813789"/>
          </a:xfrm>
        </p:grpSpPr>
        <p:pic>
          <p:nvPicPr>
            <p:cNvPr id="88" name="Google Shape;88;p16"/>
            <p:cNvPicPr preferRelativeResize="0"/>
            <p:nvPr/>
          </p:nvPicPr>
          <p:blipFill rotWithShape="1">
            <a:blip r:embed="rId2">
              <a:alphaModFix/>
            </a:blip>
            <a:srcRect l="12592" r="12585"/>
            <a:stretch/>
          </p:blipFill>
          <p:spPr>
            <a:xfrm rot="5400000" flipH="1">
              <a:off x="2195637" y="-4722187"/>
              <a:ext cx="3475950" cy="1086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6"/>
            <p:cNvPicPr preferRelativeResize="0"/>
            <p:nvPr/>
          </p:nvPicPr>
          <p:blipFill rotWithShape="1">
            <a:blip r:embed="rId3">
              <a:alphaModFix/>
            </a:blip>
            <a:srcRect t="109" b="109"/>
            <a:stretch/>
          </p:blipFill>
          <p:spPr>
            <a:xfrm rot="5400000" flipH="1">
              <a:off x="2898816" y="-4922456"/>
              <a:ext cx="3346467" cy="1045660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99927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1"/>
          </p:nvPr>
        </p:nvSpPr>
        <p:spPr>
          <a:xfrm>
            <a:off x="950968" y="3792667"/>
            <a:ext cx="10272000" cy="15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2"/>
          </p:nvPr>
        </p:nvSpPr>
        <p:spPr>
          <a:xfrm>
            <a:off x="950969" y="1883033"/>
            <a:ext cx="10272000" cy="15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grpSp>
        <p:nvGrpSpPr>
          <p:cNvPr id="94" name="Google Shape;94;p17"/>
          <p:cNvGrpSpPr/>
          <p:nvPr/>
        </p:nvGrpSpPr>
        <p:grpSpPr>
          <a:xfrm rot="10800000" flipH="1">
            <a:off x="-937149" y="4742465"/>
            <a:ext cx="14048233" cy="2251471"/>
            <a:chOff x="-3236750" y="-393352"/>
            <a:chExt cx="10536175" cy="1688603"/>
          </a:xfrm>
        </p:grpSpPr>
        <p:pic>
          <p:nvPicPr>
            <p:cNvPr id="95" name="Google Shape;95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2057400" y="-393352"/>
              <a:ext cx="5242025" cy="1688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3236750" y="-393352"/>
              <a:ext cx="5242025" cy="168860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025058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-3708967" y="3114857"/>
            <a:ext cx="8046211" cy="6282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3455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 rotWithShape="1">
          <a:blip r:embed="rId2">
            <a:alphaModFix/>
          </a:blip>
          <a:srcRect l="119" r="129"/>
          <a:stretch/>
        </p:blipFill>
        <p:spPr>
          <a:xfrm rot="-5400000" flipH="1">
            <a:off x="6822165" y="265861"/>
            <a:ext cx="11785599" cy="29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12" y="6300034"/>
            <a:ext cx="12057265" cy="535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27462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5333" y="5663300"/>
            <a:ext cx="12478399" cy="1907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5430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148313">
            <a:off x="-5562599" y="3403599"/>
            <a:ext cx="11785593" cy="1801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47999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43912" y="0"/>
            <a:ext cx="12057265" cy="535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56329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1459011" y="840467"/>
            <a:ext cx="5144800" cy="1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subTitle" idx="1"/>
          </p:nvPr>
        </p:nvSpPr>
        <p:spPr>
          <a:xfrm>
            <a:off x="1458967" y="2133456"/>
            <a:ext cx="5144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a-DK"/>
              <a:t>Klik for at redigere undertiteltypografien i masteren</a:t>
            </a:r>
            <a:endParaRPr/>
          </a:p>
        </p:txBody>
      </p:sp>
      <p:sp>
        <p:nvSpPr>
          <p:cNvPr id="116" name="Google Shape;116;p23"/>
          <p:cNvSpPr txBox="1"/>
          <p:nvPr/>
        </p:nvSpPr>
        <p:spPr>
          <a:xfrm>
            <a:off x="1458967" y="4629133"/>
            <a:ext cx="5144800" cy="9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CREDITS:</a:t>
            </a:r>
            <a:r>
              <a:rPr lang="en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This presentation template was created by </a:t>
            </a:r>
            <a:r>
              <a:rPr lang="en" sz="1600" b="1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2"/>
              </a:rPr>
              <a:t>Slidesgo</a:t>
            </a:r>
            <a:r>
              <a:rPr lang="en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and includes icons by </a:t>
            </a:r>
            <a:r>
              <a:rPr lang="en" sz="1600" b="1" u="sng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and infographics &amp; images by </a:t>
            </a:r>
            <a:r>
              <a:rPr lang="en" sz="1600" b="1" u="sng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sz="1600" b="1" u="sng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62467" y="-181329"/>
            <a:ext cx="2939133" cy="7112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34633" y="-129484"/>
            <a:ext cx="2194800" cy="71169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5966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4"/>
          <p:cNvPicPr preferRelativeResize="0"/>
          <p:nvPr/>
        </p:nvPicPr>
        <p:blipFill rotWithShape="1">
          <a:blip r:embed="rId2">
            <a:alphaModFix/>
          </a:blip>
          <a:srcRect l="119" r="129"/>
          <a:stretch/>
        </p:blipFill>
        <p:spPr>
          <a:xfrm rot="600026">
            <a:off x="3740734" y="-1262627"/>
            <a:ext cx="11785593" cy="29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4"/>
          <p:cNvPicPr preferRelativeResize="0"/>
          <p:nvPr/>
        </p:nvPicPr>
        <p:blipFill rotWithShape="1">
          <a:blip r:embed="rId2">
            <a:alphaModFix/>
          </a:blip>
          <a:srcRect l="119" r="129"/>
          <a:stretch/>
        </p:blipFill>
        <p:spPr>
          <a:xfrm rot="600026">
            <a:off x="-1316333" y="5768673"/>
            <a:ext cx="11785593" cy="294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42909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2049666" y="-246449"/>
            <a:ext cx="6989367" cy="2251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5"/>
          <p:cNvPicPr preferRelativeResize="0"/>
          <p:nvPr/>
        </p:nvPicPr>
        <p:blipFill rotWithShape="1">
          <a:blip r:embed="rId3">
            <a:alphaModFix/>
          </a:blip>
          <a:srcRect l="119" r="129"/>
          <a:stretch/>
        </p:blipFill>
        <p:spPr>
          <a:xfrm rot="-2" flipH="1">
            <a:off x="27135" y="5660494"/>
            <a:ext cx="11785599" cy="29478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80608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396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9557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da-DK"/>
              <a:t>Klik for at redigere titeltypografien i masteren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7743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●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■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●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■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●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■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36506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04588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DF1D14-EA82-9659-0C67-AF7642BD6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4ED2403-95DA-C04F-1C9D-04EDBDACA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8356990"/>
      </p:ext>
    </p:extLst>
  </p:cSld>
  <p:clrMapOvr>
    <a:masterClrMapping/>
  </p:clrMapOvr>
</p:sld>
</file>

<file path=ppt/theme/theme1.xml><?xml version="1.0" encoding="utf-8"?>
<a:theme xmlns:a="http://schemas.openxmlformats.org/drawingml/2006/main" name="Science Activities for Middle School: Sound Waves by Slidesgo">
  <a:themeElements>
    <a:clrScheme name="Simple Light">
      <a:dk1>
        <a:srgbClr val="333333"/>
      </a:dk1>
      <a:lt1>
        <a:srgbClr val="F1F2FF"/>
      </a:lt1>
      <a:dk2>
        <a:srgbClr val="FDBC60"/>
      </a:dk2>
      <a:lt2>
        <a:srgbClr val="F083A3"/>
      </a:lt2>
      <a:accent1>
        <a:srgbClr val="EA6D72"/>
      </a:accent1>
      <a:accent2>
        <a:srgbClr val="F6AAF4"/>
      </a:accent2>
      <a:accent3>
        <a:srgbClr val="F159EF"/>
      </a:accent3>
      <a:accent4>
        <a:srgbClr val="69ABE0"/>
      </a:accent4>
      <a:accent5>
        <a:srgbClr val="4147E1"/>
      </a:accent5>
      <a:accent6>
        <a:srgbClr val="493D89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Science Activities for Middle School_ Sound Waves by Slidesgo</Template>
  <TotalTime>299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1</vt:i4>
      </vt:variant>
    </vt:vector>
  </HeadingPairs>
  <TitlesOfParts>
    <vt:vector size="10" baseType="lpstr">
      <vt:lpstr>Arial</vt:lpstr>
      <vt:lpstr>Bebas Neue</vt:lpstr>
      <vt:lpstr>Nunito Light</vt:lpstr>
      <vt:lpstr>Proxima Nova</vt:lpstr>
      <vt:lpstr>Space Grotesk</vt:lpstr>
      <vt:lpstr>Work Sans</vt:lpstr>
      <vt:lpstr>Work Sans Light</vt:lpstr>
      <vt:lpstr>Science Activities for Middle School: Sound Waves by Slidesgo</vt:lpstr>
      <vt:lpstr>Slidesgo Final Pages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Jørgensen</dc:creator>
  <cp:lastModifiedBy>Christian Jørgensen</cp:lastModifiedBy>
  <cp:revision>1</cp:revision>
  <dcterms:created xsi:type="dcterms:W3CDTF">2025-06-19T05:35:35Z</dcterms:created>
  <dcterms:modified xsi:type="dcterms:W3CDTF">2025-06-19T10:34:59Z</dcterms:modified>
</cp:coreProperties>
</file>